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Leading Companies Hiring by Size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Postings by State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Job Position Level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Job Types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Job Posting Trend Over Years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Postings over Year/Month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Industries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Most Common Job Titles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650f5c43-21d4-4db2-8dc7-adcb02dc6ac3?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88c19e836e2d4ba0" /><Relationship Type="http://schemas.openxmlformats.org/officeDocument/2006/relationships/slideLayout" Target="/ppt/slideLayouts/slideLayout8.xml" Id="R74148127a3cf4341" /><Relationship Type="http://schemas.openxmlformats.org/officeDocument/2006/relationships/hyperlink" Target="https://app.powerbi.com/groups/me/reports/650f5c43-21d4-4db2-8dc7-adcb02dc6ac3/?pbi_source=PowerPoint" TargetMode="External" Id="RelId0" /><Relationship Type="http://schemas.openxmlformats.org/officeDocument/2006/relationships/image" Target="/ppt/media/image4.png" Id="imgId353677017"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9d5331032dd04f4e" /><Relationship Type="http://schemas.openxmlformats.org/officeDocument/2006/relationships/slideLayout" Target="/ppt/slideLayouts/slideLayout8.xml" Id="R608ea888deec46fd" /><Relationship Type="http://schemas.openxmlformats.org/officeDocument/2006/relationships/hyperlink" Target="https://app.powerbi.com/groups/me/reports/650f5c43-21d4-4db2-8dc7-adcb02dc6ac3/?pbi_source=PowerPoint" TargetMode="External" Id="RelId1" /><Relationship Type="http://schemas.openxmlformats.org/officeDocument/2006/relationships/image" Target="/ppt/media/image5.png" Id="imgId35367701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WUZZUF Analytics ( final project)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5/22/2025 4:37:43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5/22/2025 4:31:21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card ,card ,Leading Companies Hiring by Size ,Postings by State ,Job Position Level ,Job Types ,textbox ,slicer ,slicer ,slicer ,Job Posting Trend Over Years ,image ,image ,image ,shape ,shape ,shape ,shape ,shape ,shape ,shape ,shape ,shape ,shape ,shape ,shape ,imag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35367701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 Dashboard</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Postings over Year/Month ,Top 5 Industries ,Most Common Job Titles ,slicer ,slicer ,slicer ,shape ,shape ,shape ,shape ,shape ,shap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35367701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Wuzzuf postings trend</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